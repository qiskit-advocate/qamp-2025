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6"/>
  </p:notesMasterIdLst>
  <p:handoutMasterIdLst>
    <p:handoutMasterId r:id="rId7"/>
  </p:handoutMasterIdLst>
  <p:sldIdLst>
    <p:sldId id="2147482940" r:id="rId2"/>
    <p:sldId id="2147482924" r:id="rId3"/>
    <p:sldId id="2147482942" r:id="rId4"/>
    <p:sldId id="2147482926" r:id="rId5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6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9"/>
    <p:restoredTop sz="66667"/>
  </p:normalViewPr>
  <p:slideViewPr>
    <p:cSldViewPr snapToGrid="0" snapToObjects="1">
      <p:cViewPr varScale="1">
        <p:scale>
          <a:sx n="41" d="100"/>
          <a:sy n="41" d="100"/>
        </p:scale>
        <p:origin x="2656" y="224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20096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274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93987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21031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Quantum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F397CE-182E-F598-FF86-5763C165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6982968" cy="1525588"/>
          </a:xfrm>
        </p:spPr>
        <p:txBody>
          <a:bodyPr/>
          <a:lstStyle/>
          <a:p>
            <a:r>
              <a:rPr lang="en-US" sz="6600" dirty="0">
                <a:latin typeface="+mj-lt"/>
              </a:rPr>
              <a:t>QAMP 2025</a:t>
            </a:r>
            <a:br>
              <a:rPr lang="en-US" sz="6600" dirty="0">
                <a:latin typeface="+mj-lt"/>
              </a:rPr>
            </a:br>
            <a:r>
              <a:rPr lang="en-US" sz="6600" dirty="0"/>
              <a:t>Project title</a:t>
            </a:r>
            <a:br>
              <a:rPr lang="en-US" sz="6600" dirty="0"/>
            </a:br>
            <a:r>
              <a:rPr lang="en-US" sz="6600" dirty="0"/>
              <a:t>#Project number</a:t>
            </a:r>
            <a:br>
              <a:rPr lang="en-US" sz="6600" dirty="0"/>
            </a:br>
            <a:endParaRPr lang="en-US" sz="6600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B99810A-CC4C-3160-2856-E86BB65B55E6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9522732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00000"/>
                </a:solidFill>
                <a:effectLst/>
                <a:latin typeface="IBM Plex Sans Medm" panose="020B0503050203000203" pitchFamily="34" charset="0"/>
              </a:rPr>
              <a:t>Speaker name: name of speaker (mentee)</a:t>
            </a:r>
            <a:br>
              <a:rPr lang="en-US" sz="2800" dirty="0">
                <a:solidFill>
                  <a:srgbClr val="000000"/>
                </a:solidFill>
                <a:effectLst/>
                <a:latin typeface="+mj-lt"/>
              </a:rPr>
            </a:br>
            <a:r>
              <a:rPr lang="en-US" sz="2800" dirty="0">
                <a:solidFill>
                  <a:srgbClr val="000000"/>
                </a:solidFill>
                <a:effectLst/>
                <a:latin typeface="+mj-lt"/>
              </a:rPr>
              <a:t>Team members: names of fellow mentees</a:t>
            </a:r>
          </a:p>
          <a:p>
            <a:r>
              <a:rPr lang="en-US" sz="2800" dirty="0">
                <a:solidFill>
                  <a:srgbClr val="000000"/>
                </a:solidFill>
                <a:latin typeface="+mj-lt"/>
              </a:rPr>
              <a:t>Mentor: name of mentor</a:t>
            </a:r>
            <a:endParaRPr lang="en-US" sz="2800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US" sz="2800" dirty="0">
              <a:solidFill>
                <a:srgbClr val="000000"/>
              </a:solidFill>
              <a:latin typeface="+mj-lt"/>
            </a:endParaRPr>
          </a:p>
          <a:p>
            <a:endParaRPr lang="en-US" sz="2800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US" sz="2800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14" name="Picture Placeholder 13" descr="A person sitting at a table with a computer&#10;&#10;AI-generated content may be incorrect.">
            <a:extLst>
              <a:ext uri="{FF2B5EF4-FFF2-40B4-BE49-F238E27FC236}">
                <a16:creationId xmlns:a16="http://schemas.microsoft.com/office/drawing/2014/main" id="{4EBB1B6A-C4FD-AE53-82F7-818FEB09B37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9225" t="-49" r="25545" b="49"/>
          <a:stretch>
            <a:fillRect/>
          </a:stretch>
        </p:blipFill>
        <p:spPr>
          <a:xfrm>
            <a:off x="12762103" y="685637"/>
            <a:ext cx="11049000" cy="12574587"/>
          </a:xfrm>
        </p:spPr>
      </p:pic>
      <p:pic>
        <p:nvPicPr>
          <p:cNvPr id="2" name="Picture 1" descr="A blue circle with black text and black text&#10;&#10;AI-generated content may be incorrect.">
            <a:extLst>
              <a:ext uri="{FF2B5EF4-FFF2-40B4-BE49-F238E27FC236}">
                <a16:creationId xmlns:a16="http://schemas.microsoft.com/office/drawing/2014/main" id="{663410AD-CD4F-91D7-C87B-17C7D89ED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6702" y="2578690"/>
            <a:ext cx="2271606" cy="2271606"/>
          </a:xfrm>
          <a:prstGeom prst="ellipse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375153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F0C6C-7A26-8320-6127-63F487FC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E482-C00B-41DE-600F-864B37E9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BR" dirty="0"/>
          </a:p>
        </p:txBody>
      </p: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8B6F9FEB-C68D-823B-B133-B160AE8940C2}"/>
              </a:ext>
            </a:extLst>
          </p:cNvPr>
          <p:cNvCxnSpPr/>
          <p:nvPr/>
        </p:nvCxnSpPr>
        <p:spPr bwMode="auto">
          <a:xfrm>
            <a:off x="6096793" y="586908"/>
            <a:ext cx="0" cy="1139041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05275F8-D07F-A78B-55E4-F76D77E85BA4}"/>
              </a:ext>
            </a:extLst>
          </p:cNvPr>
          <p:cNvSpPr txBox="1"/>
          <p:nvPr/>
        </p:nvSpPr>
        <p:spPr>
          <a:xfrm>
            <a:off x="6673763" y="576890"/>
            <a:ext cx="8568212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r>
              <a:rPr lang="en-US" sz="2800" b="1" dirty="0"/>
              <a:t>Lorem ipsum</a:t>
            </a:r>
          </a:p>
          <a:p>
            <a:endParaRPr lang="en-US" sz="2800" b="1" dirty="0"/>
          </a:p>
          <a:p>
            <a:r>
              <a:rPr lang="en-US" sz="2800" b="1" dirty="0"/>
              <a:t>Lorem ipsum</a:t>
            </a:r>
          </a:p>
          <a:p>
            <a:r>
              <a:rPr lang="en-US" sz="2800" b="1" dirty="0"/>
              <a:t> </a:t>
            </a:r>
          </a:p>
          <a:p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1FC24-9D68-46D2-9433-F5505FEE3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87555" y="12938839"/>
            <a:ext cx="123432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831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3833-95D3-A375-3350-3474715A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Divider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C9104-3D57-ED31-2A84-EE9A0C6959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4115713" y="12938125"/>
            <a:ext cx="271462" cy="247650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BC96D0F3-3213-5055-866A-A9C3F605DCD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708" r="237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711805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 with black text and black text&#10;&#10;AI-generated content may be incorrect.">
            <a:extLst>
              <a:ext uri="{FF2B5EF4-FFF2-40B4-BE49-F238E27FC236}">
                <a16:creationId xmlns:a16="http://schemas.microsoft.com/office/drawing/2014/main" id="{81B31AB2-A7BE-5410-8BCA-6791EF78B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400" y="4686300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2050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8468</TotalTime>
  <Words>47</Words>
  <Application>Microsoft Macintosh PowerPoint</Application>
  <PresentationFormat>Custom</PresentationFormat>
  <Paragraphs>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IBM Plex Sans</vt:lpstr>
      <vt:lpstr>IBM Plex Sans ExtLt</vt:lpstr>
      <vt:lpstr>IBM Plex Sans Light</vt:lpstr>
      <vt:lpstr>IBM Plex Sans Medm</vt:lpstr>
      <vt:lpstr>IBM presentation template</vt:lpstr>
      <vt:lpstr>QAMP 2025 Project title #Project number </vt:lpstr>
      <vt:lpstr>Agenda</vt:lpstr>
      <vt:lpstr>Divider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Astri Cornish</dc:creator>
  <cp:keywords/>
  <dc:description/>
  <cp:lastModifiedBy>Radha Pyari Sandhir</cp:lastModifiedBy>
  <cp:revision>637</cp:revision>
  <cp:lastPrinted>2025-10-11T09:50:12Z</cp:lastPrinted>
  <dcterms:created xsi:type="dcterms:W3CDTF">2025-09-23T00:17:24Z</dcterms:created>
  <dcterms:modified xsi:type="dcterms:W3CDTF">2025-11-03T20:40:36Z</dcterms:modified>
  <cp:category/>
</cp:coreProperties>
</file>